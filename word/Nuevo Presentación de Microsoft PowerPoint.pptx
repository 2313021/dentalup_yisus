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CFD83-CD66-4D7A-B755-E8A7871A1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B2FA74-E0A1-47B2-913B-A0FB25DC1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7383CE-9BA8-4EE2-B1B1-26B47234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F27145-DEE6-43AB-ADCF-25297629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A10DE-6E18-484B-A060-36479090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693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AF0FF-2B7A-4C67-B7B7-DF430191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A18C4D-B454-4605-B8E8-51E8CD1F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132E68-7421-48C0-94DA-BDE7C35B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BD1A90-DFB1-4EA7-8869-7076A71A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18EA97-D242-4BE8-9076-6CBAB652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479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9F6FF-C4D0-49A4-B86F-B21E5E6F9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E1D986-5A47-47B7-B7BE-425BB7282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649AA-612A-41BE-AECB-7892702D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E880E2-1598-4FD9-BF90-1A2569EC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E29EA3-447A-4D6E-81BA-E5FD1EC4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98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D8207-32E7-4DB8-9AB4-5C5D4332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A2E09-BF81-4D4B-8261-3D1575C39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E8E4F2-EC27-49C8-8D5C-FFD74E164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43D61B-520C-474D-B159-38682FFC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3E17F0-1B04-400C-8607-9403E895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C779CC-FE6F-4795-9BE2-4C63D93C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995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608B8-4CA3-43CB-8EBD-63681530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9EDB3F-BEBA-4235-97C4-0BC211036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67189F-2DD3-435C-8D4B-DC7FA81B4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6E40CD-15DB-4C47-9D18-94BECF6C8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56EB3D-A75D-4D73-8189-B69B89BDE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BAB9E20-672A-43EF-A965-BA07661A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144A08-B61D-46E2-9FF1-B77172BA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FBE505-BC4D-412F-A914-679D44C2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321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EA157-B74B-46B3-81E0-CCA7D722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CA753-863C-41ED-AC0F-093D9E0C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C2893D-994E-43FA-9B07-E28606D2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9FDBC6-287C-4017-ACD8-AA3DBA87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288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B0FDCE-1ADC-45FF-8816-CECC9AA2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CF3BCA-1568-4D16-A73C-081827D2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A9F20D-5DC1-4C4D-896B-E52B5C4B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406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CF50A-E9CE-41C5-9114-2EB9A62F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2E491-26A6-474F-AF6A-1D1D28154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6089B8-E568-46D7-9286-29FE1D47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B03E6C-2B20-4856-8B46-782DB38B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A4745C-A15C-41C9-B824-818AA00C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E089D6-DEC7-4121-9DFC-2CD5CADA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802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52A4F-B1F9-42B2-83AE-49C2A34E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9CFAFA-921D-4073-B26B-822CD963A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605305-3149-4D30-A4F4-AD6D312EF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425A6E-E04E-44F6-A11D-F09CCE04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8FEB0F-9B81-4929-B75D-1A63871B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6B3803-3316-4923-A2D3-AF1704EC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588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48FCD-BF67-4EA5-A1E5-213BAD34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6EA74F-5609-4505-930F-E90193093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373665-0FCD-4987-9181-E81A2A95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3D0170-A906-41E4-ABBE-14B9E626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8A5F5F-6C85-4FB9-BBCF-7665FEB4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47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AF9E64-15BB-4DDC-8D6E-55232556F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FC7C5D-B68E-43A8-96D9-CB5408A45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1F71D7-2A33-4DE4-9908-77FB7A8E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BF751C-74C0-4BD2-A0EB-425A7455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7AA287-B832-4A98-83B1-D18363E1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8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CCFCDC5-2C23-471C-9594-E88C1CD24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F3A6-DF88-4683-A277-8567785A4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0B7B49-B111-4857-9B5D-1561DF259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0559F-9A50-4512-BDA8-69C21095B119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CE829-7A72-4716-9664-1CC7EE979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9EA934-1E37-4386-B80F-64A8FC50A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1147A-6152-457F-A079-63F835ADE5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103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3FD7C-E977-40AC-BA59-8EAF54E66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/>
              <a:t>Nuevo</a:t>
            </a:r>
            <a:br>
              <a:rPr lang="es-CO"/>
            </a:b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5B23-E8AA-4762-A0A3-2DD2FF19E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539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Nuevo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Nuevo </dc:title>
  <dc:creator>Tatiana  Soto Carvajal</dc:creator>
  <cp:lastModifiedBy>Tatiana  Soto Carvajal</cp:lastModifiedBy>
  <cp:revision>1</cp:revision>
  <dcterms:created xsi:type="dcterms:W3CDTF">2025-11-12T17:11:47Z</dcterms:created>
  <dcterms:modified xsi:type="dcterms:W3CDTF">2025-11-12T17:12:53Z</dcterms:modified>
</cp:coreProperties>
</file>